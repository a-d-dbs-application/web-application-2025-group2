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63" r:id="rId4"/>
    <p:sldId id="265" r:id="rId5"/>
    <p:sldId id="270" r:id="rId6"/>
    <p:sldId id="264" r:id="rId7"/>
    <p:sldId id="266" r:id="rId8"/>
    <p:sldId id="257" r:id="rId9"/>
    <p:sldId id="258" r:id="rId10"/>
    <p:sldId id="269" r:id="rId11"/>
    <p:sldId id="260" r:id="rId12"/>
    <p:sldId id="271" r:id="rId13"/>
    <p:sldId id="259" r:id="rId14"/>
    <p:sldId id="261" r:id="rId1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F487F-CA48-4ACC-824A-DF30E5FA1833}" v="82" dt="2025-12-19T10:17:04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702"/>
  </p:normalViewPr>
  <p:slideViewPr>
    <p:cSldViewPr snapToGrid="0">
      <p:cViewPr varScale="1">
        <p:scale>
          <a:sx n="101" d="100"/>
          <a:sy n="101" d="100"/>
        </p:scale>
        <p:origin x="10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AB5ACE-0F78-415A-8FCC-D0D29D52F5E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E6E0215-82DA-4B87-904C-A37C17C4C977}">
      <dgm:prSet/>
      <dgm:spPr/>
      <dgm:t>
        <a:bodyPr/>
        <a:lstStyle/>
        <a:p>
          <a:r>
            <a:rPr lang="nl-BE" dirty="0"/>
            <a:t>User and authentication</a:t>
          </a:r>
          <a:endParaRPr lang="en-US" dirty="0"/>
        </a:p>
      </dgm:t>
    </dgm:pt>
    <dgm:pt modelId="{28314C87-B62B-4B33-91AD-39809A18F84D}" type="parTrans" cxnId="{35CEFFD7-C9F8-4C0A-9FDA-B5D71B16BD12}">
      <dgm:prSet/>
      <dgm:spPr/>
      <dgm:t>
        <a:bodyPr/>
        <a:lstStyle/>
        <a:p>
          <a:endParaRPr lang="en-US"/>
        </a:p>
      </dgm:t>
    </dgm:pt>
    <dgm:pt modelId="{2E4C4F9C-3F8B-444E-B851-32E1AA96E457}" type="sibTrans" cxnId="{35CEFFD7-C9F8-4C0A-9FDA-B5D71B16BD12}">
      <dgm:prSet/>
      <dgm:spPr/>
      <dgm:t>
        <a:bodyPr/>
        <a:lstStyle/>
        <a:p>
          <a:endParaRPr lang="en-US"/>
        </a:p>
      </dgm:t>
    </dgm:pt>
    <dgm:pt modelId="{D24F7CCC-9941-42DE-AE98-709A583C9D26}">
      <dgm:prSet/>
      <dgm:spPr/>
      <dgm:t>
        <a:bodyPr/>
        <a:lstStyle/>
        <a:p>
          <a:r>
            <a:rPr lang="nl-BE"/>
            <a:t>Photo upload and management</a:t>
          </a:r>
          <a:endParaRPr lang="en-US"/>
        </a:p>
      </dgm:t>
    </dgm:pt>
    <dgm:pt modelId="{771F1314-6FF5-48C1-8FD2-02C5AA778BB5}" type="parTrans" cxnId="{B6FFF170-A0CE-4873-A67B-E9BBF2561409}">
      <dgm:prSet/>
      <dgm:spPr/>
      <dgm:t>
        <a:bodyPr/>
        <a:lstStyle/>
        <a:p>
          <a:endParaRPr lang="en-US"/>
        </a:p>
      </dgm:t>
    </dgm:pt>
    <dgm:pt modelId="{8BBC0619-0D8D-4448-8AA6-E02875850F9C}" type="sibTrans" cxnId="{B6FFF170-A0CE-4873-A67B-E9BBF2561409}">
      <dgm:prSet/>
      <dgm:spPr/>
      <dgm:t>
        <a:bodyPr/>
        <a:lstStyle/>
        <a:p>
          <a:endParaRPr lang="en-US"/>
        </a:p>
      </dgm:t>
    </dgm:pt>
    <dgm:pt modelId="{EF6569A3-23FA-4B1B-880B-A35E46A9F462}">
      <dgm:prSet/>
      <dgm:spPr/>
      <dgm:t>
        <a:bodyPr/>
        <a:lstStyle/>
        <a:p>
          <a:r>
            <a:rPr lang="nl-BE"/>
            <a:t>Booking system</a:t>
          </a:r>
          <a:endParaRPr lang="en-US"/>
        </a:p>
      </dgm:t>
    </dgm:pt>
    <dgm:pt modelId="{E6949606-8513-4C66-8440-BDFB2ABF0BB9}" type="parTrans" cxnId="{694E7CFA-3A97-4C9F-9A33-7DC1BD2B0C22}">
      <dgm:prSet/>
      <dgm:spPr/>
      <dgm:t>
        <a:bodyPr/>
        <a:lstStyle/>
        <a:p>
          <a:endParaRPr lang="en-US"/>
        </a:p>
      </dgm:t>
    </dgm:pt>
    <dgm:pt modelId="{9A6E1BF0-27AA-4816-9B69-2FE080BFDAF8}" type="sibTrans" cxnId="{694E7CFA-3A97-4C9F-9A33-7DC1BD2B0C22}">
      <dgm:prSet/>
      <dgm:spPr/>
      <dgm:t>
        <a:bodyPr/>
        <a:lstStyle/>
        <a:p>
          <a:endParaRPr lang="en-US"/>
        </a:p>
      </dgm:t>
    </dgm:pt>
    <dgm:pt modelId="{D4D0A41F-F926-43EC-A3E8-43A37B3B082E}">
      <dgm:prSet/>
      <dgm:spPr/>
      <dgm:t>
        <a:bodyPr/>
        <a:lstStyle/>
        <a:p>
          <a:pPr>
            <a:buNone/>
          </a:pPr>
          <a:r>
            <a:rPr lang="en-GB" b="0" i="0" u="none" dirty="0"/>
            <a:t>photographer’s portfolio </a:t>
          </a:r>
          <a:endParaRPr lang="en-US" b="0" i="0" u="none" dirty="0"/>
        </a:p>
      </dgm:t>
    </dgm:pt>
    <dgm:pt modelId="{929D9B58-F23A-41AE-9F5C-A6136A3B69C2}" type="parTrans" cxnId="{C66DD25A-C018-47D5-A074-BE0A16AEB7BD}">
      <dgm:prSet/>
      <dgm:spPr/>
      <dgm:t>
        <a:bodyPr/>
        <a:lstStyle/>
        <a:p>
          <a:endParaRPr lang="en-US"/>
        </a:p>
      </dgm:t>
    </dgm:pt>
    <dgm:pt modelId="{887E26ED-8782-44D7-A137-8F077370BB52}" type="sibTrans" cxnId="{C66DD25A-C018-47D5-A074-BE0A16AEB7BD}">
      <dgm:prSet/>
      <dgm:spPr/>
      <dgm:t>
        <a:bodyPr/>
        <a:lstStyle/>
        <a:p>
          <a:endParaRPr lang="en-US"/>
        </a:p>
      </dgm:t>
    </dgm:pt>
    <dgm:pt modelId="{1D14B755-6AD4-9B45-B95C-F461C0147E2E}" type="pres">
      <dgm:prSet presAssocID="{73AB5ACE-0F78-415A-8FCC-D0D29D52F5E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6D6E4CD-7A2F-4640-91C7-0D3358007E0D}" type="pres">
      <dgm:prSet presAssocID="{DE6E0215-82DA-4B87-904C-A37C17C4C977}" presName="hierRoot1" presStyleCnt="0"/>
      <dgm:spPr/>
    </dgm:pt>
    <dgm:pt modelId="{C7CC9F66-803A-A649-AC39-52545607F16C}" type="pres">
      <dgm:prSet presAssocID="{DE6E0215-82DA-4B87-904C-A37C17C4C977}" presName="composite" presStyleCnt="0"/>
      <dgm:spPr/>
    </dgm:pt>
    <dgm:pt modelId="{4F36AD0E-4AF7-344A-B808-A80A8112E7AD}" type="pres">
      <dgm:prSet presAssocID="{DE6E0215-82DA-4B87-904C-A37C17C4C977}" presName="background" presStyleLbl="node0" presStyleIdx="0" presStyleCnt="4"/>
      <dgm:spPr/>
    </dgm:pt>
    <dgm:pt modelId="{712B4BAF-CD18-7B4C-BDAE-AAF245BF8C37}" type="pres">
      <dgm:prSet presAssocID="{DE6E0215-82DA-4B87-904C-A37C17C4C977}" presName="text" presStyleLbl="fgAcc0" presStyleIdx="0" presStyleCnt="4">
        <dgm:presLayoutVars>
          <dgm:chPref val="3"/>
        </dgm:presLayoutVars>
      </dgm:prSet>
      <dgm:spPr/>
    </dgm:pt>
    <dgm:pt modelId="{7E134F6C-1BF1-B143-B3A1-4D1B02A53AAD}" type="pres">
      <dgm:prSet presAssocID="{DE6E0215-82DA-4B87-904C-A37C17C4C977}" presName="hierChild2" presStyleCnt="0"/>
      <dgm:spPr/>
    </dgm:pt>
    <dgm:pt modelId="{22514913-25E1-C547-9DBA-617C7766451B}" type="pres">
      <dgm:prSet presAssocID="{D24F7CCC-9941-42DE-AE98-709A583C9D26}" presName="hierRoot1" presStyleCnt="0"/>
      <dgm:spPr/>
    </dgm:pt>
    <dgm:pt modelId="{4BFD72EB-61F4-C84F-B5D7-6A6EFFC5BC68}" type="pres">
      <dgm:prSet presAssocID="{D24F7CCC-9941-42DE-AE98-709A583C9D26}" presName="composite" presStyleCnt="0"/>
      <dgm:spPr/>
    </dgm:pt>
    <dgm:pt modelId="{E455B7F1-EA60-DB4F-889C-6DB9025B6D6F}" type="pres">
      <dgm:prSet presAssocID="{D24F7CCC-9941-42DE-AE98-709A583C9D26}" presName="background" presStyleLbl="node0" presStyleIdx="1" presStyleCnt="4"/>
      <dgm:spPr/>
    </dgm:pt>
    <dgm:pt modelId="{14AF415D-631E-C947-8FD4-0841FAAAB5F3}" type="pres">
      <dgm:prSet presAssocID="{D24F7CCC-9941-42DE-AE98-709A583C9D26}" presName="text" presStyleLbl="fgAcc0" presStyleIdx="1" presStyleCnt="4">
        <dgm:presLayoutVars>
          <dgm:chPref val="3"/>
        </dgm:presLayoutVars>
      </dgm:prSet>
      <dgm:spPr/>
    </dgm:pt>
    <dgm:pt modelId="{BC267408-0760-D941-81F3-5FE1E5435666}" type="pres">
      <dgm:prSet presAssocID="{D24F7CCC-9941-42DE-AE98-709A583C9D26}" presName="hierChild2" presStyleCnt="0"/>
      <dgm:spPr/>
    </dgm:pt>
    <dgm:pt modelId="{0F67B558-8A17-024E-8F47-C8377E4F142B}" type="pres">
      <dgm:prSet presAssocID="{EF6569A3-23FA-4B1B-880B-A35E46A9F462}" presName="hierRoot1" presStyleCnt="0"/>
      <dgm:spPr/>
    </dgm:pt>
    <dgm:pt modelId="{275ECEBA-D01E-254E-9644-2011F85C309C}" type="pres">
      <dgm:prSet presAssocID="{EF6569A3-23FA-4B1B-880B-A35E46A9F462}" presName="composite" presStyleCnt="0"/>
      <dgm:spPr/>
    </dgm:pt>
    <dgm:pt modelId="{FD88068D-893B-0C4A-B9F4-375EBCE00897}" type="pres">
      <dgm:prSet presAssocID="{EF6569A3-23FA-4B1B-880B-A35E46A9F462}" presName="background" presStyleLbl="node0" presStyleIdx="2" presStyleCnt="4"/>
      <dgm:spPr/>
    </dgm:pt>
    <dgm:pt modelId="{86F5CDD5-D6F1-7B4F-84FB-F1F000A4169E}" type="pres">
      <dgm:prSet presAssocID="{EF6569A3-23FA-4B1B-880B-A35E46A9F462}" presName="text" presStyleLbl="fgAcc0" presStyleIdx="2" presStyleCnt="4">
        <dgm:presLayoutVars>
          <dgm:chPref val="3"/>
        </dgm:presLayoutVars>
      </dgm:prSet>
      <dgm:spPr/>
    </dgm:pt>
    <dgm:pt modelId="{2452FAD8-411A-D64A-8708-FF97E70E1F9E}" type="pres">
      <dgm:prSet presAssocID="{EF6569A3-23FA-4B1B-880B-A35E46A9F462}" presName="hierChild2" presStyleCnt="0"/>
      <dgm:spPr/>
    </dgm:pt>
    <dgm:pt modelId="{57F891B0-14E8-3241-A790-D80980723C5A}" type="pres">
      <dgm:prSet presAssocID="{D4D0A41F-F926-43EC-A3E8-43A37B3B082E}" presName="hierRoot1" presStyleCnt="0"/>
      <dgm:spPr/>
    </dgm:pt>
    <dgm:pt modelId="{870C89AE-50D0-8F4F-B034-2E9146EE014F}" type="pres">
      <dgm:prSet presAssocID="{D4D0A41F-F926-43EC-A3E8-43A37B3B082E}" presName="composite" presStyleCnt="0"/>
      <dgm:spPr/>
    </dgm:pt>
    <dgm:pt modelId="{7C3BB18B-B592-0044-8BF7-702832A80CE6}" type="pres">
      <dgm:prSet presAssocID="{D4D0A41F-F926-43EC-A3E8-43A37B3B082E}" presName="background" presStyleLbl="node0" presStyleIdx="3" presStyleCnt="4"/>
      <dgm:spPr/>
    </dgm:pt>
    <dgm:pt modelId="{527FE8E3-8903-D14D-9751-0EAE7B03602B}" type="pres">
      <dgm:prSet presAssocID="{D4D0A41F-F926-43EC-A3E8-43A37B3B082E}" presName="text" presStyleLbl="fgAcc0" presStyleIdx="3" presStyleCnt="4">
        <dgm:presLayoutVars>
          <dgm:chPref val="3"/>
        </dgm:presLayoutVars>
      </dgm:prSet>
      <dgm:spPr/>
    </dgm:pt>
    <dgm:pt modelId="{372CF8C3-0E84-EC47-98F4-6D9AC6D25C23}" type="pres">
      <dgm:prSet presAssocID="{D4D0A41F-F926-43EC-A3E8-43A37B3B082E}" presName="hierChild2" presStyleCnt="0"/>
      <dgm:spPr/>
    </dgm:pt>
  </dgm:ptLst>
  <dgm:cxnLst>
    <dgm:cxn modelId="{41FDAE2A-34EC-D247-B7B2-8F4049D9C4BC}" type="presOf" srcId="{D24F7CCC-9941-42DE-AE98-709A583C9D26}" destId="{14AF415D-631E-C947-8FD4-0841FAAAB5F3}" srcOrd="0" destOrd="0" presId="urn:microsoft.com/office/officeart/2005/8/layout/hierarchy1"/>
    <dgm:cxn modelId="{E470FF2E-1229-BD49-95F3-A94025332798}" type="presOf" srcId="{73AB5ACE-0F78-415A-8FCC-D0D29D52F5E5}" destId="{1D14B755-6AD4-9B45-B95C-F461C0147E2E}" srcOrd="0" destOrd="0" presId="urn:microsoft.com/office/officeart/2005/8/layout/hierarchy1"/>
    <dgm:cxn modelId="{F832F543-122E-1341-8406-B9D80BB7E039}" type="presOf" srcId="{EF6569A3-23FA-4B1B-880B-A35E46A9F462}" destId="{86F5CDD5-D6F1-7B4F-84FB-F1F000A4169E}" srcOrd="0" destOrd="0" presId="urn:microsoft.com/office/officeart/2005/8/layout/hierarchy1"/>
    <dgm:cxn modelId="{B6FFF170-A0CE-4873-A67B-E9BBF2561409}" srcId="{73AB5ACE-0F78-415A-8FCC-D0D29D52F5E5}" destId="{D24F7CCC-9941-42DE-AE98-709A583C9D26}" srcOrd="1" destOrd="0" parTransId="{771F1314-6FF5-48C1-8FD2-02C5AA778BB5}" sibTransId="{8BBC0619-0D8D-4448-8AA6-E02875850F9C}"/>
    <dgm:cxn modelId="{0571D472-4D0A-5645-B27E-771B4770D093}" type="presOf" srcId="{D4D0A41F-F926-43EC-A3E8-43A37B3B082E}" destId="{527FE8E3-8903-D14D-9751-0EAE7B03602B}" srcOrd="0" destOrd="0" presId="urn:microsoft.com/office/officeart/2005/8/layout/hierarchy1"/>
    <dgm:cxn modelId="{C66DD25A-C018-47D5-A074-BE0A16AEB7BD}" srcId="{73AB5ACE-0F78-415A-8FCC-D0D29D52F5E5}" destId="{D4D0A41F-F926-43EC-A3E8-43A37B3B082E}" srcOrd="3" destOrd="0" parTransId="{929D9B58-F23A-41AE-9F5C-A6136A3B69C2}" sibTransId="{887E26ED-8782-44D7-A137-8F077370BB52}"/>
    <dgm:cxn modelId="{E72686D7-26C2-084E-BBFE-01F86E99DE24}" type="presOf" srcId="{DE6E0215-82DA-4B87-904C-A37C17C4C977}" destId="{712B4BAF-CD18-7B4C-BDAE-AAF245BF8C37}" srcOrd="0" destOrd="0" presId="urn:microsoft.com/office/officeart/2005/8/layout/hierarchy1"/>
    <dgm:cxn modelId="{35CEFFD7-C9F8-4C0A-9FDA-B5D71B16BD12}" srcId="{73AB5ACE-0F78-415A-8FCC-D0D29D52F5E5}" destId="{DE6E0215-82DA-4B87-904C-A37C17C4C977}" srcOrd="0" destOrd="0" parTransId="{28314C87-B62B-4B33-91AD-39809A18F84D}" sibTransId="{2E4C4F9C-3F8B-444E-B851-32E1AA96E457}"/>
    <dgm:cxn modelId="{694E7CFA-3A97-4C9F-9A33-7DC1BD2B0C22}" srcId="{73AB5ACE-0F78-415A-8FCC-D0D29D52F5E5}" destId="{EF6569A3-23FA-4B1B-880B-A35E46A9F462}" srcOrd="2" destOrd="0" parTransId="{E6949606-8513-4C66-8440-BDFB2ABF0BB9}" sibTransId="{9A6E1BF0-27AA-4816-9B69-2FE080BFDAF8}"/>
    <dgm:cxn modelId="{0142B0B3-D64E-A44D-8183-172884FEFA39}" type="presParOf" srcId="{1D14B755-6AD4-9B45-B95C-F461C0147E2E}" destId="{86D6E4CD-7A2F-4640-91C7-0D3358007E0D}" srcOrd="0" destOrd="0" presId="urn:microsoft.com/office/officeart/2005/8/layout/hierarchy1"/>
    <dgm:cxn modelId="{BEDCB78F-8C05-FC40-960F-52445B16FA4E}" type="presParOf" srcId="{86D6E4CD-7A2F-4640-91C7-0D3358007E0D}" destId="{C7CC9F66-803A-A649-AC39-52545607F16C}" srcOrd="0" destOrd="0" presId="urn:microsoft.com/office/officeart/2005/8/layout/hierarchy1"/>
    <dgm:cxn modelId="{FDA0DCA4-3B3A-9449-BF5C-FC80F5EF9D69}" type="presParOf" srcId="{C7CC9F66-803A-A649-AC39-52545607F16C}" destId="{4F36AD0E-4AF7-344A-B808-A80A8112E7AD}" srcOrd="0" destOrd="0" presId="urn:microsoft.com/office/officeart/2005/8/layout/hierarchy1"/>
    <dgm:cxn modelId="{C50D7687-B63F-3E42-A505-CC76D576162A}" type="presParOf" srcId="{C7CC9F66-803A-A649-AC39-52545607F16C}" destId="{712B4BAF-CD18-7B4C-BDAE-AAF245BF8C37}" srcOrd="1" destOrd="0" presId="urn:microsoft.com/office/officeart/2005/8/layout/hierarchy1"/>
    <dgm:cxn modelId="{8B59BDE4-77D9-4F43-8040-1D6A32BB0D12}" type="presParOf" srcId="{86D6E4CD-7A2F-4640-91C7-0D3358007E0D}" destId="{7E134F6C-1BF1-B143-B3A1-4D1B02A53AAD}" srcOrd="1" destOrd="0" presId="urn:microsoft.com/office/officeart/2005/8/layout/hierarchy1"/>
    <dgm:cxn modelId="{442B3996-498C-FF44-8BF0-FC013342C8BB}" type="presParOf" srcId="{1D14B755-6AD4-9B45-B95C-F461C0147E2E}" destId="{22514913-25E1-C547-9DBA-617C7766451B}" srcOrd="1" destOrd="0" presId="urn:microsoft.com/office/officeart/2005/8/layout/hierarchy1"/>
    <dgm:cxn modelId="{72BAB3FE-A8F6-4D41-958D-6B206D3DDA41}" type="presParOf" srcId="{22514913-25E1-C547-9DBA-617C7766451B}" destId="{4BFD72EB-61F4-C84F-B5D7-6A6EFFC5BC68}" srcOrd="0" destOrd="0" presId="urn:microsoft.com/office/officeart/2005/8/layout/hierarchy1"/>
    <dgm:cxn modelId="{B191EAA3-4312-734E-8F07-9DBEA0479AE0}" type="presParOf" srcId="{4BFD72EB-61F4-C84F-B5D7-6A6EFFC5BC68}" destId="{E455B7F1-EA60-DB4F-889C-6DB9025B6D6F}" srcOrd="0" destOrd="0" presId="urn:microsoft.com/office/officeart/2005/8/layout/hierarchy1"/>
    <dgm:cxn modelId="{B67CF852-6D43-834D-B0A8-341AE0B8634F}" type="presParOf" srcId="{4BFD72EB-61F4-C84F-B5D7-6A6EFFC5BC68}" destId="{14AF415D-631E-C947-8FD4-0841FAAAB5F3}" srcOrd="1" destOrd="0" presId="urn:microsoft.com/office/officeart/2005/8/layout/hierarchy1"/>
    <dgm:cxn modelId="{40F8F749-E20D-9841-AE60-EED0A1BDF0D6}" type="presParOf" srcId="{22514913-25E1-C547-9DBA-617C7766451B}" destId="{BC267408-0760-D941-81F3-5FE1E5435666}" srcOrd="1" destOrd="0" presId="urn:microsoft.com/office/officeart/2005/8/layout/hierarchy1"/>
    <dgm:cxn modelId="{7F871B08-5C62-3A46-93AB-1A9A2D77D60D}" type="presParOf" srcId="{1D14B755-6AD4-9B45-B95C-F461C0147E2E}" destId="{0F67B558-8A17-024E-8F47-C8377E4F142B}" srcOrd="2" destOrd="0" presId="urn:microsoft.com/office/officeart/2005/8/layout/hierarchy1"/>
    <dgm:cxn modelId="{382C1E22-3DFD-164A-A88A-6F43A637BEE1}" type="presParOf" srcId="{0F67B558-8A17-024E-8F47-C8377E4F142B}" destId="{275ECEBA-D01E-254E-9644-2011F85C309C}" srcOrd="0" destOrd="0" presId="urn:microsoft.com/office/officeart/2005/8/layout/hierarchy1"/>
    <dgm:cxn modelId="{8D7F1453-1B34-AD43-98CC-7C5E69312FA8}" type="presParOf" srcId="{275ECEBA-D01E-254E-9644-2011F85C309C}" destId="{FD88068D-893B-0C4A-B9F4-375EBCE00897}" srcOrd="0" destOrd="0" presId="urn:microsoft.com/office/officeart/2005/8/layout/hierarchy1"/>
    <dgm:cxn modelId="{333CE2FF-E667-2540-8A39-B6B04963500C}" type="presParOf" srcId="{275ECEBA-D01E-254E-9644-2011F85C309C}" destId="{86F5CDD5-D6F1-7B4F-84FB-F1F000A4169E}" srcOrd="1" destOrd="0" presId="urn:microsoft.com/office/officeart/2005/8/layout/hierarchy1"/>
    <dgm:cxn modelId="{682CC017-DFE9-8846-AA4B-94D140455EDC}" type="presParOf" srcId="{0F67B558-8A17-024E-8F47-C8377E4F142B}" destId="{2452FAD8-411A-D64A-8708-FF97E70E1F9E}" srcOrd="1" destOrd="0" presId="urn:microsoft.com/office/officeart/2005/8/layout/hierarchy1"/>
    <dgm:cxn modelId="{2B237992-F29B-CC49-AC10-A466618CD50B}" type="presParOf" srcId="{1D14B755-6AD4-9B45-B95C-F461C0147E2E}" destId="{57F891B0-14E8-3241-A790-D80980723C5A}" srcOrd="3" destOrd="0" presId="urn:microsoft.com/office/officeart/2005/8/layout/hierarchy1"/>
    <dgm:cxn modelId="{9BF6D1E9-3A35-494E-BDC2-A06FDD40B304}" type="presParOf" srcId="{57F891B0-14E8-3241-A790-D80980723C5A}" destId="{870C89AE-50D0-8F4F-B034-2E9146EE014F}" srcOrd="0" destOrd="0" presId="urn:microsoft.com/office/officeart/2005/8/layout/hierarchy1"/>
    <dgm:cxn modelId="{5B110EF2-95BC-B648-A268-78849682F770}" type="presParOf" srcId="{870C89AE-50D0-8F4F-B034-2E9146EE014F}" destId="{7C3BB18B-B592-0044-8BF7-702832A80CE6}" srcOrd="0" destOrd="0" presId="urn:microsoft.com/office/officeart/2005/8/layout/hierarchy1"/>
    <dgm:cxn modelId="{221C1980-AC61-C14F-83AF-4042980A681B}" type="presParOf" srcId="{870C89AE-50D0-8F4F-B034-2E9146EE014F}" destId="{527FE8E3-8903-D14D-9751-0EAE7B03602B}" srcOrd="1" destOrd="0" presId="urn:microsoft.com/office/officeart/2005/8/layout/hierarchy1"/>
    <dgm:cxn modelId="{EFAE36F7-6F75-BC4E-BA59-4B3CB4B84518}" type="presParOf" srcId="{57F891B0-14E8-3241-A790-D80980723C5A}" destId="{372CF8C3-0E84-EC47-98F4-6D9AC6D25C2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6AD0E-4AF7-344A-B808-A80A8112E7AD}">
      <dsp:nvSpPr>
        <dsp:cNvPr id="0" name=""/>
        <dsp:cNvSpPr/>
      </dsp:nvSpPr>
      <dsp:spPr>
        <a:xfrm>
          <a:off x="3170" y="1028809"/>
          <a:ext cx="2263407" cy="1437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B4BAF-CD18-7B4C-BDAE-AAF245BF8C37}">
      <dsp:nvSpPr>
        <dsp:cNvPr id="0" name=""/>
        <dsp:cNvSpPr/>
      </dsp:nvSpPr>
      <dsp:spPr>
        <a:xfrm>
          <a:off x="254659" y="1267725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400" kern="1200" dirty="0"/>
            <a:t>User and authentication</a:t>
          </a:r>
          <a:endParaRPr lang="en-US" sz="2400" kern="1200" dirty="0"/>
        </a:p>
      </dsp:txBody>
      <dsp:txXfrm>
        <a:off x="296755" y="1309821"/>
        <a:ext cx="2179215" cy="1353072"/>
      </dsp:txXfrm>
    </dsp:sp>
    <dsp:sp modelId="{E455B7F1-EA60-DB4F-889C-6DB9025B6D6F}">
      <dsp:nvSpPr>
        <dsp:cNvPr id="0" name=""/>
        <dsp:cNvSpPr/>
      </dsp:nvSpPr>
      <dsp:spPr>
        <a:xfrm>
          <a:off x="2769557" y="1028809"/>
          <a:ext cx="2263407" cy="1437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F415D-631E-C947-8FD4-0841FAAAB5F3}">
      <dsp:nvSpPr>
        <dsp:cNvPr id="0" name=""/>
        <dsp:cNvSpPr/>
      </dsp:nvSpPr>
      <dsp:spPr>
        <a:xfrm>
          <a:off x="3021047" y="1267725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400" kern="1200"/>
            <a:t>Photo upload and management</a:t>
          </a:r>
          <a:endParaRPr lang="en-US" sz="2400" kern="1200"/>
        </a:p>
      </dsp:txBody>
      <dsp:txXfrm>
        <a:off x="3063143" y="1309821"/>
        <a:ext cx="2179215" cy="1353072"/>
      </dsp:txXfrm>
    </dsp:sp>
    <dsp:sp modelId="{FD88068D-893B-0C4A-B9F4-375EBCE00897}">
      <dsp:nvSpPr>
        <dsp:cNvPr id="0" name=""/>
        <dsp:cNvSpPr/>
      </dsp:nvSpPr>
      <dsp:spPr>
        <a:xfrm>
          <a:off x="5535944" y="1028809"/>
          <a:ext cx="2263407" cy="1437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5CDD5-D6F1-7B4F-84FB-F1F000A4169E}">
      <dsp:nvSpPr>
        <dsp:cNvPr id="0" name=""/>
        <dsp:cNvSpPr/>
      </dsp:nvSpPr>
      <dsp:spPr>
        <a:xfrm>
          <a:off x="5787434" y="1267725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400" kern="1200"/>
            <a:t>Booking system</a:t>
          </a:r>
          <a:endParaRPr lang="en-US" sz="2400" kern="1200"/>
        </a:p>
      </dsp:txBody>
      <dsp:txXfrm>
        <a:off x="5829530" y="1309821"/>
        <a:ext cx="2179215" cy="1353072"/>
      </dsp:txXfrm>
    </dsp:sp>
    <dsp:sp modelId="{7C3BB18B-B592-0044-8BF7-702832A80CE6}">
      <dsp:nvSpPr>
        <dsp:cNvPr id="0" name=""/>
        <dsp:cNvSpPr/>
      </dsp:nvSpPr>
      <dsp:spPr>
        <a:xfrm>
          <a:off x="8302332" y="1028809"/>
          <a:ext cx="2263407" cy="1437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7FE8E3-8903-D14D-9751-0EAE7B03602B}">
      <dsp:nvSpPr>
        <dsp:cNvPr id="0" name=""/>
        <dsp:cNvSpPr/>
      </dsp:nvSpPr>
      <dsp:spPr>
        <a:xfrm>
          <a:off x="8553822" y="1267725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u="none" kern="1200" dirty="0"/>
            <a:t>photographer’s portfolio </a:t>
          </a:r>
          <a:endParaRPr lang="en-US" sz="2400" b="0" i="0" u="none" kern="1200" dirty="0"/>
        </a:p>
      </dsp:txBody>
      <dsp:txXfrm>
        <a:off x="8595918" y="1309821"/>
        <a:ext cx="2179215" cy="1353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D27F2-55DC-4598-9435-24CAC1BCD4AD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E95C9-AC5E-47E3-845A-665A1E2FC6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552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4972E-85C7-50DD-504E-2FCAD5173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EEA3192-6B25-752B-9EB4-1A0AC3142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7A8FD56-B2BA-BF4A-DCCD-E78B2BAC0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DF09831-DF23-1939-03AE-1ECB92EE5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1D580B9-9572-AA6C-287C-0A1D9EEB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7800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19F50-573D-9B70-83D1-B27587E7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A85DE5-93D8-6C45-CCD7-9F8AD43F0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5AA990-ABFB-539A-04D6-834FA46F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8D58384-03AD-1A35-399A-D54CFB84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D359B6B-6979-4003-A064-3B79B3274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3677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870B1D-C0E0-DAD1-2850-75563731C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B109DFD-7226-F8E0-62C5-C0A3C3D4E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BC4E2BC-E818-A5EB-E468-BF65E53C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4FB329-620A-2401-A362-7EABC655B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3918346-BE04-DFF7-3550-491CFD3F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382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25C610-5AED-E0B1-026E-E13E6904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DF600A-4508-EBDC-29C4-DD4D41F95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4C607A4-D138-849D-16CE-8D9073FC2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06D02CD-C1E2-8CA3-4F5C-32A92A2C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85142E6-5C14-8EFA-F9FF-286FDF307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D1F0151-E98B-9714-5541-E7CCF9F7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95364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BDD16-BC67-D492-E4FB-971A7062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95192E6-7F33-A53D-BF87-2E3DA88E7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EE37EC0-4ED1-3207-4E08-BF33F1185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DE46CCA-CA1F-020A-6607-DA86FD83F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EE1638B-5F36-CFA6-0098-4257D1EE4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37A9403-D792-40B7-E24D-39114413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3AA4671-2E94-91D2-91C4-5E3E5F5BB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4DC262E-6945-E8AC-EBE7-F63AAC35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5469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E7ABA-93E9-6E69-737D-219FF9FF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1F13BB8-C363-DD9F-F6FC-50BDEB1A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0DDD86F-71C0-C928-E202-8FC452DD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C21A379-E3E2-0DEC-09DA-E9F40A838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6635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F055461-3365-FD7A-8CD6-0A8B3BDF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E1D1216-6AEE-B153-1913-4D443E48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9837970-2A56-15F9-3392-E149F4BBB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4619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B763C-550F-07D7-6241-B931D222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2A89C0B-6CA3-BD15-4AB1-54113763E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8844C4D-2EDC-6136-3598-78FB094AE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4AE216D-0F8B-1DF1-854F-20AAE6524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EBCA972-C87D-0940-6889-456CB1C1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63BA42F-1638-3F69-DFD5-28144AE1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6400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B277AA-C7DB-5D4C-5AA2-A99B282C2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2817090-A4E3-26FC-6F64-30615FDAA9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D551226-4517-2905-DE2D-82578CDF7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BFEEF43-423E-7903-9E73-5532DBCA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B13C082-BBFD-A801-9CF6-102AB696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5D209C3-E78F-72DB-B788-113966ED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765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844E10-6EBD-6BE6-43AE-4516CF41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C16B554-6D33-24AB-15F6-E865E85CA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77820B3-A7EC-262B-75BD-FD9F4B57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397EF1B-B311-39B3-260F-7050F117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94895DB-52AC-36F3-4F9B-1F84A18D4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8406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4B39817-A40E-5D1A-E386-681B8DDF9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AB60007-68E8-3BC3-6E43-7439EE2B1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AE5B96-B912-E62E-3FD4-2A5DBEF51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1788E57-71DC-BF01-0924-AFF8B598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5EC9966-AD35-7B7A-4B40-102C9AD7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702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493C811-5A0B-F32B-B828-06A9927C6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826F96E-0734-B8E0-A727-C850030CD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877862C-8D22-E8E3-89A9-A93968A8E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6D730-5226-334F-AF05-7AD5D57FC955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A422273-6834-1B2D-DA15-9E9D750E1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87E166-D78D-3693-868F-B7AAEFEC8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1B511-C634-B046-BE74-7E552C35753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5713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1N7cYVI5iB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 descr="Afbeelding met tekst, Lettertype, schermopname, logo&#10;&#10;Door AI gegenereerde inhoud is mogelijk onjuist.">
            <a:extLst>
              <a:ext uri="{FF2B5EF4-FFF2-40B4-BE49-F238E27FC236}">
                <a16:creationId xmlns:a16="http://schemas.microsoft.com/office/drawing/2014/main" id="{242CDAC8-1DE4-3A24-C7C9-F33A90E419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24" r="9089" b="1175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73F717-5834-C79B-0E2F-17E8F740A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/>
              <a:t>Culex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51100F6-4217-35D5-C463-51AAC6300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700" dirty="0"/>
              <a:t>Group2: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Anton </a:t>
            </a:r>
            <a:r>
              <a:rPr lang="en-US" sz="1700" dirty="0" err="1"/>
              <a:t>Muyshondt</a:t>
            </a:r>
            <a:endParaRPr lang="en-US" sz="17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Leon Huysman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Lien De Maré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Sang Yoon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Stef Van De Velde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82595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41B8-3F86-F726-F6D9-350CC99E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0070C0"/>
                </a:solidFill>
              </a:rPr>
              <a:t>Summary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C210E-EC4E-8B7E-FF8F-609D393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b="1" dirty="0"/>
              <a:t>Introduction external partner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How we worked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GB" dirty="0"/>
              <a:t>Technical Realization &amp; Architecture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GB" dirty="0"/>
              <a:t>Complex algorithm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Demo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369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B9684-F8CA-82BE-AC1A-A6071C0B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251" y="88491"/>
            <a:ext cx="10515600" cy="1325563"/>
          </a:xfrm>
        </p:spPr>
        <p:txBody>
          <a:bodyPr/>
          <a:lstStyle/>
          <a:p>
            <a:r>
              <a:rPr lang="nl-BE" dirty="0" err="1"/>
              <a:t>Our</a:t>
            </a:r>
            <a:r>
              <a:rPr lang="nl-BE" dirty="0"/>
              <a:t> </a:t>
            </a:r>
            <a:r>
              <a:rPr lang="nl-BE" dirty="0" err="1"/>
              <a:t>external</a:t>
            </a:r>
            <a:r>
              <a:rPr lang="nl-BE" dirty="0"/>
              <a:t> partner</a:t>
            </a:r>
            <a:endParaRPr lang="en-GB" dirty="0"/>
          </a:p>
        </p:txBody>
      </p:sp>
      <p:pic>
        <p:nvPicPr>
          <p:cNvPr id="1026" name="Picture 2" descr="CULEX Fotografie | Dentergem">
            <a:extLst>
              <a:ext uri="{FF2B5EF4-FFF2-40B4-BE49-F238E27FC236}">
                <a16:creationId xmlns:a16="http://schemas.microsoft.com/office/drawing/2014/main" id="{7D25A7DD-3512-DBED-FC01-3CA29B4E3B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49" y="1212556"/>
            <a:ext cx="3724697" cy="372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7AFF4F-F0B9-C1C2-4FA3-677480E10358}"/>
              </a:ext>
            </a:extLst>
          </p:cNvPr>
          <p:cNvSpPr txBox="1"/>
          <p:nvPr/>
        </p:nvSpPr>
        <p:spPr>
          <a:xfrm>
            <a:off x="4366574" y="1517358"/>
            <a:ext cx="53252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/>
              <a:t>Local</a:t>
            </a:r>
            <a:r>
              <a:rPr lang="nl-BE" dirty="0"/>
              <a:t> </a:t>
            </a:r>
            <a:r>
              <a:rPr lang="nl-BE" dirty="0" err="1"/>
              <a:t>photographer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great</a:t>
            </a:r>
            <a:r>
              <a:rPr lang="nl-BE" dirty="0"/>
              <a:t> </a:t>
            </a:r>
            <a:r>
              <a:rPr lang="nl-BE" dirty="0" err="1"/>
              <a:t>ambitions</a:t>
            </a:r>
            <a:endParaRPr lang="nl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Multi-disciplinary: Skilled in photography, videography, and editing.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Visual Storytelling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2ED80-7448-D54B-2355-0643223FA0F9}"/>
              </a:ext>
            </a:extLst>
          </p:cNvPr>
          <p:cNvSpPr txBox="1"/>
          <p:nvPr/>
        </p:nvSpPr>
        <p:spPr>
          <a:xfrm>
            <a:off x="560439" y="5368413"/>
            <a:ext cx="7344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Goal</a:t>
            </a:r>
            <a:r>
              <a:rPr lang="nl-BE" dirty="0"/>
              <a:t>:  </a:t>
            </a:r>
            <a:r>
              <a:rPr lang="en-GB" dirty="0"/>
              <a:t>To develop a functional website that offers </a:t>
            </a:r>
            <a:r>
              <a:rPr lang="en-GB" u="sng" dirty="0"/>
              <a:t>automated scheduling </a:t>
            </a:r>
            <a:r>
              <a:rPr lang="en-GB" dirty="0"/>
              <a:t>and </a:t>
            </a:r>
            <a:r>
              <a:rPr lang="en-GB" u="sng" dirty="0"/>
              <a:t>real-time availability </a:t>
            </a:r>
            <a:r>
              <a:rPr lang="en-GB" dirty="0"/>
              <a:t>for all visual content services.</a:t>
            </a:r>
          </a:p>
        </p:txBody>
      </p:sp>
    </p:spTree>
    <p:extLst>
      <p:ext uri="{BB962C8B-B14F-4D97-AF65-F5344CB8AC3E}">
        <p14:creationId xmlns:p14="http://schemas.microsoft.com/office/powerpoint/2010/main" val="212480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F045-63E2-306E-54DB-2B08143CD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31" y="49862"/>
            <a:ext cx="11125200" cy="2464738"/>
          </a:xfrm>
        </p:spPr>
        <p:txBody>
          <a:bodyPr/>
          <a:lstStyle/>
          <a:p>
            <a:r>
              <a:rPr lang="en-GB" b="1" dirty="0"/>
              <a:t>How we worked</a:t>
            </a:r>
            <a:br>
              <a:rPr lang="en-GB" dirty="0"/>
            </a:br>
            <a:endParaRPr lang="en-GB" dirty="0"/>
          </a:p>
        </p:txBody>
      </p:sp>
      <p:pic>
        <p:nvPicPr>
          <p:cNvPr id="6" name="Afbeelding 3">
            <a:extLst>
              <a:ext uri="{FF2B5EF4-FFF2-40B4-BE49-F238E27FC236}">
                <a16:creationId xmlns:a16="http://schemas.microsoft.com/office/drawing/2014/main" id="{064E6C4E-FD50-9022-F8CB-CE197F8DB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757" y="4837400"/>
            <a:ext cx="5236135" cy="20206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D0DD58-1E1D-EC18-D124-57EC189A3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5425"/>
            <a:ext cx="10515600" cy="4351338"/>
          </a:xfrm>
        </p:spPr>
        <p:txBody>
          <a:bodyPr/>
          <a:lstStyle/>
          <a:p>
            <a:r>
              <a:rPr lang="en-GB" dirty="0"/>
              <a:t>Introduction meeting and project discussion with external partner (Culex)</a:t>
            </a:r>
          </a:p>
          <a:p>
            <a:r>
              <a:rPr lang="en-GB" b="1" dirty="0"/>
              <a:t>Database architecture:</a:t>
            </a:r>
            <a:r>
              <a:rPr lang="en-GB" dirty="0"/>
              <a:t> ERD </a:t>
            </a:r>
            <a:r>
              <a:rPr lang="en-GB" dirty="0" err="1"/>
              <a:t>modeling</a:t>
            </a:r>
            <a:r>
              <a:rPr lang="en-GB" dirty="0"/>
              <a:t> and </a:t>
            </a:r>
            <a:r>
              <a:rPr lang="en-GB" dirty="0" err="1"/>
              <a:t>Supabase</a:t>
            </a:r>
            <a:r>
              <a:rPr lang="en-GB" dirty="0"/>
              <a:t> integration</a:t>
            </a:r>
          </a:p>
          <a:p>
            <a:r>
              <a:rPr lang="en-GB" b="1" dirty="0"/>
              <a:t>Sprint 1:</a:t>
            </a:r>
            <a:r>
              <a:rPr lang="en-GB" dirty="0"/>
              <a:t> UI design in Figma and initial environment setup in VS Code</a:t>
            </a:r>
          </a:p>
          <a:p>
            <a:r>
              <a:rPr lang="en-GB" b="1" dirty="0"/>
              <a:t>Sprint 2:</a:t>
            </a:r>
            <a:r>
              <a:rPr lang="en-GB" dirty="0"/>
              <a:t> Developing core website functionalities based on partner feedback and improvement of UI design.</a:t>
            </a:r>
          </a:p>
          <a:p>
            <a:r>
              <a:rPr lang="en-GB" b="1" dirty="0"/>
              <a:t>Sprint 3:</a:t>
            </a:r>
            <a:r>
              <a:rPr lang="en-GB" dirty="0"/>
              <a:t> Final refinements, layout adjustments,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2338845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2736-DFB8-503C-4F28-B0609D514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B3A7-3825-A92F-70A2-5A7BE1B4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0070C0"/>
                </a:solidFill>
              </a:rPr>
              <a:t>Summary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91378-8D4C-D23E-84B2-0E7924CB9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Introduction external partner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How we worked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GB" b="1" dirty="0"/>
              <a:t>Technical Realization &amp; Architecture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GB" dirty="0"/>
              <a:t>Complex algorithm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Demo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4980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9CEFD-8CAF-49BA-6C74-FD94111EE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/>
              <a:t>UI prototype with Figma</a:t>
            </a:r>
          </a:p>
        </p:txBody>
      </p:sp>
      <p:sp>
        <p:nvSpPr>
          <p:cNvPr id="206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A camera on a computer screen&#10;&#10;AI-generated content may be incorrect.">
            <a:extLst>
              <a:ext uri="{FF2B5EF4-FFF2-40B4-BE49-F238E27FC236}">
                <a16:creationId xmlns:a16="http://schemas.microsoft.com/office/drawing/2014/main" id="{604ABF14-30C8-64B9-C106-ACEFDE0961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2655913"/>
            <a:ext cx="5614416" cy="357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988042-15C2-D651-D899-75F667778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3701" y="2741689"/>
            <a:ext cx="5614416" cy="340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14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19C29A-DB10-CDE6-F46C-E87412A7CFBA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>
                <a:latin typeface="+mj-lt"/>
                <a:ea typeface="+mj-ea"/>
                <a:cs typeface="+mj-cs"/>
              </a:rPr>
              <a:t>UI prototype with Figma</a:t>
            </a:r>
          </a:p>
        </p:txBody>
      </p:sp>
      <p:sp>
        <p:nvSpPr>
          <p:cNvPr id="308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EDAF103E-7DDF-A7D0-431E-FB1A9BA4A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0082" y="2642616"/>
            <a:ext cx="4074331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4CBFAC8A-95FB-C70F-AD47-F8CE75BD3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2950670"/>
            <a:ext cx="5614416" cy="298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019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59C6B72-F8E6-4281-8F3E-93FC0DC98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733AC3-7E30-8CF8-3D4D-D231A7295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/>
              <a:t>Database</a:t>
            </a:r>
            <a:br>
              <a:rPr lang="en-US" sz="4600"/>
            </a:br>
            <a:br>
              <a:rPr lang="en-US" sz="4600"/>
            </a:br>
            <a:endParaRPr lang="en-US" sz="4600"/>
          </a:p>
        </p:txBody>
      </p:sp>
      <p:pic>
        <p:nvPicPr>
          <p:cNvPr id="9" name="Afbeelding 8" descr="Afbeelding met schermopname, tekst, ontwerp&#10;&#10;Door AI gegenereerde inhoud is mogelijk onjuist.">
            <a:extLst>
              <a:ext uri="{FF2B5EF4-FFF2-40B4-BE49-F238E27FC236}">
                <a16:creationId xmlns:a16="http://schemas.microsoft.com/office/drawing/2014/main" id="{FE3B5961-B2D1-AFE6-7FAA-B7F24C847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916" y="554163"/>
            <a:ext cx="2540538" cy="1816484"/>
          </a:xfrm>
          <a:prstGeom prst="rect">
            <a:avLst/>
          </a:prstGeom>
        </p:spPr>
      </p:pic>
      <p:pic>
        <p:nvPicPr>
          <p:cNvPr id="7" name="Afbeelding 6" descr="Afbeelding met tekst, software, Multimediasoftware, schermopname&#10;&#10;Door AI gegenereerde inhoud is mogelijk onjuist.">
            <a:extLst>
              <a:ext uri="{FF2B5EF4-FFF2-40B4-BE49-F238E27FC236}">
                <a16:creationId xmlns:a16="http://schemas.microsoft.com/office/drawing/2014/main" id="{85A96375-67AC-62DB-E239-0454C3AEC8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68" t="13453" r="76086" b="64949"/>
          <a:stretch>
            <a:fillRect/>
          </a:stretch>
        </p:blipFill>
        <p:spPr>
          <a:xfrm>
            <a:off x="9287394" y="572805"/>
            <a:ext cx="2540538" cy="1779200"/>
          </a:xfrm>
          <a:prstGeom prst="rect">
            <a:avLst/>
          </a:prstGeom>
        </p:spPr>
      </p:pic>
      <p:sp>
        <p:nvSpPr>
          <p:cNvPr id="49" name="sketch line">
            <a:extLst>
              <a:ext uri="{FF2B5EF4-FFF2-40B4-BE49-F238E27FC236}">
                <a16:creationId xmlns:a16="http://schemas.microsoft.com/office/drawing/2014/main" id="{490234EE-E0D8-4805-9227-CCEAC601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64C894F-7230-07A7-1DBE-BFE89DCD5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>
            <a:normAutofit/>
          </a:bodyPr>
          <a:lstStyle/>
          <a:p>
            <a:r>
              <a:rPr lang="nl-BE" sz="2200"/>
              <a:t>Database-ontwerp and implementation via SQLAlchemy (Flask)</a:t>
            </a:r>
          </a:p>
          <a:p>
            <a:endParaRPr lang="en-US" sz="2200" dirty="0"/>
          </a:p>
        </p:txBody>
      </p:sp>
      <p:pic>
        <p:nvPicPr>
          <p:cNvPr id="5" name="Tijdelijke aanduiding voor inhoud 4" descr="Afbeelding met diagram, lijn, Plan, Technische tekening&#10;&#10;Door AI gegenereerde inhoud is mogelijk onjuist.">
            <a:extLst>
              <a:ext uri="{FF2B5EF4-FFF2-40B4-BE49-F238E27FC236}">
                <a16:creationId xmlns:a16="http://schemas.microsoft.com/office/drawing/2014/main" id="{B92E7ED9-7769-EEEC-EF96-F97ECA6300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62" r="10982" b="1"/>
          <a:stretch>
            <a:fillRect/>
          </a:stretch>
        </p:blipFill>
        <p:spPr>
          <a:xfrm>
            <a:off x="6560725" y="2766251"/>
            <a:ext cx="5239398" cy="341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48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B10CE8-334B-05AB-282F-BA807D4C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>
                <a:solidFill>
                  <a:srgbClr val="0070C0"/>
                </a:solidFill>
              </a:rPr>
              <a:t>VSCode</a:t>
            </a:r>
            <a:r>
              <a:rPr lang="nl-BE" dirty="0">
                <a:solidFill>
                  <a:srgbClr val="0070C0"/>
                </a:solidFill>
              </a:rPr>
              <a:t> </a:t>
            </a:r>
            <a:r>
              <a:rPr lang="nl-BE" dirty="0" err="1">
                <a:solidFill>
                  <a:srgbClr val="0070C0"/>
                </a:solidFill>
              </a:rPr>
              <a:t>and</a:t>
            </a:r>
            <a:r>
              <a:rPr lang="nl-BE" dirty="0">
                <a:solidFill>
                  <a:srgbClr val="0070C0"/>
                </a:solidFill>
              </a:rPr>
              <a:t> </a:t>
            </a:r>
            <a:r>
              <a:rPr lang="nl-BE" dirty="0" err="1">
                <a:solidFill>
                  <a:srgbClr val="0070C0"/>
                </a:solidFill>
              </a:rPr>
              <a:t>Saas</a:t>
            </a:r>
            <a:endParaRPr lang="nl-BE" dirty="0">
              <a:solidFill>
                <a:srgbClr val="0070C0"/>
              </a:solidFill>
            </a:endParaRPr>
          </a:p>
        </p:txBody>
      </p:sp>
      <p:pic>
        <p:nvPicPr>
          <p:cNvPr id="5" name="Tijdelijke aanduiding voor inhoud 4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91B57303-EEDC-6D45-31AB-9083D0624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051" t="-41955" r="76351" b="41955"/>
          <a:stretch>
            <a:fillRect/>
          </a:stretch>
        </p:blipFill>
        <p:spPr>
          <a:xfrm>
            <a:off x="5345722" y="-4699092"/>
            <a:ext cx="4393868" cy="1155709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727708-FFEC-F84A-ADEE-AE6F9346555D}"/>
              </a:ext>
            </a:extLst>
          </p:cNvPr>
          <p:cNvSpPr txBox="1"/>
          <p:nvPr/>
        </p:nvSpPr>
        <p:spPr>
          <a:xfrm>
            <a:off x="577361" y="1719798"/>
            <a:ext cx="5029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Clean Code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No Hardcoded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Scalable Architecture:</a:t>
            </a:r>
            <a:r>
              <a:rPr lang="en-GB" sz="2400" dirty="0"/>
              <a:t> Designed for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2102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3E056-CC1A-E2F1-A125-131C302F9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BD5D-1303-3A19-CC17-6518F54C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0070C0"/>
                </a:solidFill>
              </a:rPr>
              <a:t>Summary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0CC75-1797-AC2B-4084-21DB68D19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Introduction external partner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How we worked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GB" dirty="0"/>
              <a:t>Technical Realization &amp; Architecture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GB" b="1" dirty="0"/>
              <a:t>Complex algorithm</a:t>
            </a:r>
            <a:endParaRPr lang="en-US" b="1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Demo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101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A84371-2C0B-B1BB-8C4C-5A4F1885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en-GB" sz="3200" dirty="0">
                <a:solidFill>
                  <a:srgbClr val="0070C0"/>
                </a:solidFill>
              </a:rPr>
              <a:t>Algorithms</a:t>
            </a:r>
            <a:endParaRPr lang="nl-BE" sz="3200" dirty="0">
              <a:solidFill>
                <a:srgbClr val="0070C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Afbeelding 6" descr="Afbeelding met tekst, software, Multimediasoftware, Grafische software&#10;&#10;Door AI gegenereerde inhoud is mogelijk onjuist.">
            <a:extLst>
              <a:ext uri="{FF2B5EF4-FFF2-40B4-BE49-F238E27FC236}">
                <a16:creationId xmlns:a16="http://schemas.microsoft.com/office/drawing/2014/main" id="{BFCBFFEA-60BF-23A2-8262-A889E2A700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08" r="37291" b="43945"/>
          <a:stretch>
            <a:fillRect/>
          </a:stretch>
        </p:blipFill>
        <p:spPr>
          <a:xfrm>
            <a:off x="2284781" y="364142"/>
            <a:ext cx="7718493" cy="386799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4DBD5F-0625-F369-5F46-0F37E3B524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62719" y="4883544"/>
            <a:ext cx="6586915" cy="15569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5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Photographer ranking algorithm (multi-factor scoring)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5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Style matching (portfolio/event-type relevance)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5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Availability scoring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5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Performance scoring (incl. ratings/completion)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5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Recency scoring</a:t>
            </a:r>
          </a:p>
        </p:txBody>
      </p:sp>
    </p:spTree>
    <p:extLst>
      <p:ext uri="{BB962C8B-B14F-4D97-AF65-F5344CB8AC3E}">
        <p14:creationId xmlns:p14="http://schemas.microsoft.com/office/powerpoint/2010/main" val="1096366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7A6EB-BEC3-A694-D870-93DB7BC7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D8610-BF4A-6F3C-64EE-E2B6A3BF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0070C0"/>
                </a:solidFill>
              </a:rPr>
              <a:t>Summary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646D7-0FBA-B98E-43E1-2614B1E0E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Introduction external partner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dirty="0"/>
              <a:t>How we worked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GB" dirty="0"/>
              <a:t>Technical Realization &amp; Architecture</a:t>
            </a:r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GB" dirty="0"/>
              <a:t>Complex algorithm</a:t>
            </a:r>
            <a:endParaRPr lang="en-US" dirty="0"/>
          </a:p>
          <a:p>
            <a:pPr marL="282575" indent="-279400">
              <a:lnSpc>
                <a:spcPct val="100000"/>
              </a:lnSpc>
              <a:spcBef>
                <a:spcPts val="409"/>
              </a:spcBef>
              <a:buSzPct val="72413"/>
              <a:buChar char="—"/>
              <a:tabLst>
                <a:tab pos="282575" algn="l"/>
              </a:tabLst>
            </a:pPr>
            <a:r>
              <a:rPr lang="en-US" b="1" dirty="0"/>
              <a:t>Demo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923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2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5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4262C7D-7997-4EA6-C9CC-FA49577D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nl-BE" sz="4000" dirty="0"/>
              <a:t>User </a:t>
            </a:r>
            <a:r>
              <a:rPr lang="nl-BE" sz="4000" dirty="0" err="1"/>
              <a:t>stories</a:t>
            </a:r>
            <a:endParaRPr lang="nl-BE" sz="4000" dirty="0"/>
          </a:p>
        </p:txBody>
      </p:sp>
      <p:graphicFrame>
        <p:nvGraphicFramePr>
          <p:cNvPr id="26" name="Tijdelijke aanduiding voor inhoud 2">
            <a:extLst>
              <a:ext uri="{FF2B5EF4-FFF2-40B4-BE49-F238E27FC236}">
                <a16:creationId xmlns:a16="http://schemas.microsoft.com/office/drawing/2014/main" id="{EC9B1102-CA56-60A8-D931-D21827E688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382947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0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D7C7DA-AD2D-BB5F-588C-F6018492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0070C0"/>
                </a:solidFill>
              </a:rPr>
              <a:t>Demo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78721FF-7C17-5648-3AA9-D34CDFD49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hlinkClick r:id="rId2"/>
              </a:rPr>
              <a:t>https://youtu.be/1N7cYVI5iBM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36923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Kantoorthema</vt:lpstr>
      <vt:lpstr>Culex</vt:lpstr>
      <vt:lpstr>Summary</vt:lpstr>
      <vt:lpstr>Our external partner</vt:lpstr>
      <vt:lpstr>How we worked </vt:lpstr>
      <vt:lpstr>Summary</vt:lpstr>
      <vt:lpstr>UI prototype with Figma</vt:lpstr>
      <vt:lpstr>PowerPoint Presentation</vt:lpstr>
      <vt:lpstr>Database  </vt:lpstr>
      <vt:lpstr>VSCode and Saas</vt:lpstr>
      <vt:lpstr>Summary</vt:lpstr>
      <vt:lpstr>Algorithms</vt:lpstr>
      <vt:lpstr>Summary</vt:lpstr>
      <vt:lpstr>User stories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Lien De Maré</dc:creator>
  <cp:lastModifiedBy>Sang Yoon</cp:lastModifiedBy>
  <cp:revision>5</cp:revision>
  <dcterms:created xsi:type="dcterms:W3CDTF">2025-12-14T17:20:54Z</dcterms:created>
  <dcterms:modified xsi:type="dcterms:W3CDTF">2025-12-19T13:12:22Z</dcterms:modified>
</cp:coreProperties>
</file>